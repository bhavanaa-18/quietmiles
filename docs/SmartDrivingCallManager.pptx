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7132320" y="27432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DRIVING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CALL MANAGER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40080" y="2468880"/>
            <a:ext cx="1097280" cy="64008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system to manage calls safely while driving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38328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383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Android App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0" y="338328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0" y="3383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GPS Detection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338328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3383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Call Screening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4480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9A"/>
                </a:solidFill>
              </a:rPr>
              <a:t>Team Project  •  Android Development  •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926080" cy="347472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630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of road accidents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caused by phone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distraction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0" y="1188720"/>
            <a:ext cx="5120640" cy="713232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316736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0" y="12618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Spam &amp; telemarketing calls constantly interrupt drivers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0" y="2029968"/>
            <a:ext cx="512064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157984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2103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Completely blocking calls risks missing emergencies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57600" y="2871216"/>
            <a:ext cx="5120640" cy="713232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99923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89120" y="29443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No smart system distinguishes important vs. junk calls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657600" y="3712464"/>
            <a:ext cx="512064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8404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0" y="378561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Repeated unknown calls may signal genuine emergencies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6FA4"/>
                </a:solidFill>
              </a:rPr>
              <a:t>A Smart Driving Call Management System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737360"/>
            <a:ext cx="1965960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920240"/>
            <a:ext cx="685800" cy="685800"/>
          </a:xfrm>
          <a:prstGeom prst="ellipse">
            <a:avLst/>
          </a:prstGeom>
          <a:solidFill>
            <a:srgbClr val="DC2626">
              <a:alpha val="1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56816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697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Auto Reject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Marked unimportant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calls are silently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rejected automatically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468880" y="173736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737360"/>
            <a:ext cx="1965960" cy="109728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13" name="Shape 10"/>
          <p:cNvSpPr/>
          <p:nvPr/>
        </p:nvSpPr>
        <p:spPr>
          <a:xfrm>
            <a:off x="3108960" y="1920240"/>
            <a:ext cx="685800" cy="685800"/>
          </a:xfrm>
          <a:prstGeom prst="ellipse">
            <a:avLst/>
          </a:prstGeom>
          <a:solidFill>
            <a:srgbClr val="1D6FA4">
              <a:alpha val="15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1956816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68880" y="2697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Auto Reply SMS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560320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Sends "I'm driving,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will call back" 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rejected callers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617720" y="173736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17720" y="1737360"/>
            <a:ext cx="1965960" cy="10972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Shape 15"/>
          <p:cNvSpPr/>
          <p:nvPr/>
        </p:nvSpPr>
        <p:spPr>
          <a:xfrm>
            <a:off x="5257800" y="1920240"/>
            <a:ext cx="685800" cy="685800"/>
          </a:xfrm>
          <a:prstGeom prst="ellipse">
            <a:avLst/>
          </a:prstGeom>
          <a:solidFill>
            <a:srgbClr val="16A34A">
              <a:alpha val="15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376" y="1956816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17720" y="2697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Priority Calls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709160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Important contacts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ring through but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can't be answered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766560" y="173736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66560" y="1737360"/>
            <a:ext cx="196596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Shape 20"/>
          <p:cNvSpPr/>
          <p:nvPr/>
        </p:nvSpPr>
        <p:spPr>
          <a:xfrm>
            <a:off x="7406640" y="1920240"/>
            <a:ext cx="685800" cy="6858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1956816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66560" y="2697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Emergency Alert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858000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3+ calls from unknown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number triggers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emergency notification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IT MATTERS IN DAILY LIFE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50876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91440" cy="15087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533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Office Commuters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Get spam calls during peak-hour driving — auto-rejected without lifting a finger.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46320" y="1188720"/>
            <a:ext cx="4023360" cy="150876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188720"/>
            <a:ext cx="91440" cy="15087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087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3533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Highway Drivers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71500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Long-distance drivers get SMS replies sent automatically to missed contacts.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5760" y="2926080"/>
            <a:ext cx="4023360" cy="150876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926080"/>
            <a:ext cx="91440" cy="15087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Parents &amp; Families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34440" y="3474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Family members marked as Priority still get through for genuine emergencies.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846320" y="2926080"/>
            <a:ext cx="4023360" cy="150876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2926080"/>
            <a:ext cx="91440" cy="15087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4612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Delivery Drivers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715000" y="3474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Work calls managed smartly — urgent repeat calls escalated as alerts.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🚗  Fewer distractions = safer roads for everyone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 —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27632" y="2148840"/>
            <a:ext cx="365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88720"/>
            <a:ext cx="1371600" cy="3611880"/>
          </a:xfrm>
          <a:prstGeom prst="rect">
            <a:avLst/>
          </a:prstGeom>
          <a:solidFill>
            <a:srgbClr val="1A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487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Detect Driving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999232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GPS + Accelerometer detect speed &gt; 20 km/h for 10 sec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46704" y="2148840"/>
            <a:ext cx="365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1993392" y="1188720"/>
            <a:ext cx="1371600" cy="3611880"/>
          </a:xfrm>
          <a:prstGeom prst="rect">
            <a:avLst/>
          </a:prstGeom>
          <a:solidFill>
            <a:srgbClr val="1A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50592" y="13258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245059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2</a:t>
            </a:r>
            <a:endParaRPr lang="en-US" sz="1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18745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39112" y="2487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Activate Mode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039112" y="2999232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Foreground Service starts — Driving Mode turns ON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65776" y="2148840"/>
            <a:ext cx="365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5"/>
          <p:cNvSpPr/>
          <p:nvPr/>
        </p:nvSpPr>
        <p:spPr>
          <a:xfrm>
            <a:off x="3712464" y="1188720"/>
            <a:ext cx="1371600" cy="3611880"/>
          </a:xfrm>
          <a:prstGeom prst="rect">
            <a:avLst/>
          </a:prstGeom>
          <a:solidFill>
            <a:srgbClr val="1A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169664" y="13258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7"/>
          <p:cNvSpPr/>
          <p:nvPr/>
        </p:nvSpPr>
        <p:spPr>
          <a:xfrm>
            <a:off x="416966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</a:t>
            </a:r>
            <a:endParaRPr lang="en-US" sz="14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64" y="187452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58184" y="2487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Incoming Call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758184" y="2999232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CallScreeningService checks caller against Priority List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784848" y="2148840"/>
            <a:ext cx="365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1"/>
          <p:cNvSpPr/>
          <p:nvPr/>
        </p:nvSpPr>
        <p:spPr>
          <a:xfrm>
            <a:off x="5431536" y="1188720"/>
            <a:ext cx="1371600" cy="3611880"/>
          </a:xfrm>
          <a:prstGeom prst="rect">
            <a:avLst/>
          </a:prstGeom>
          <a:solidFill>
            <a:srgbClr val="1A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888736" y="13258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3"/>
          <p:cNvSpPr/>
          <p:nvPr/>
        </p:nvSpPr>
        <p:spPr>
          <a:xfrm>
            <a:off x="588873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4</a:t>
            </a:r>
            <a:endParaRPr lang="en-US" sz="14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187452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77256" y="2487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Decision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477256" y="2999232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Reject/Allow based on contact type + repeat call count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7150608" y="1188720"/>
            <a:ext cx="1371600" cy="3611880"/>
          </a:xfrm>
          <a:prstGeom prst="rect">
            <a:avLst/>
          </a:prstGeom>
          <a:solidFill>
            <a:srgbClr val="1A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607808" y="13258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28"/>
          <p:cNvSpPr/>
          <p:nvPr/>
        </p:nvSpPr>
        <p:spPr>
          <a:xfrm>
            <a:off x="760780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5</a:t>
            </a:r>
            <a:endParaRPr lang="en-US" sz="14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1874520"/>
            <a:ext cx="502920" cy="5029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96328" y="2487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Notify &amp; Log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196328" y="2999232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SMS sent, call logged in Room DB, UI updated in real-time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— IN SIMPLE WORDS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069080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4069080" cy="347472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UI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27048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Jetpack Compose — builds all screens visually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Material 3 — Google's modern design system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Navigation Compose — moves between screens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069080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43000"/>
            <a:ext cx="406908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430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527048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Room Database — stores contacts &amp; call logs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DataStore — saves user settings permanently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StateFlow — sends live updates to the screen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069080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017520"/>
            <a:ext cx="406908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175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401568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Foreground Service — runs even when app is closed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FusedLocationClient — battery-efficient GPS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SensorManager — reads accelerometer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069080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17520"/>
            <a:ext cx="406908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0175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Call Handling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401568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CallScreeningService — intercepts incoming calls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TelecomManager — blocks/allows calls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SMS Manager — sends auto-reply messages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— MODULE A vs MODULE B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840480" cy="3749040"/>
          </a:xfrm>
          <a:prstGeom prst="rect">
            <a:avLst/>
          </a:prstGeom>
          <a:solidFill>
            <a:srgbClr val="1D6FA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MODULE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 &amp; Sensors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3566160" cy="47548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8745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Jetpack Compose UI screens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423160"/>
            <a:ext cx="3566160" cy="47548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2316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GPS + Accelerometer detection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971800"/>
            <a:ext cx="3566160" cy="47548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718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Permission request flow (UX)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520440"/>
            <a:ext cx="3566160" cy="47548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520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Contact list management UI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4069080"/>
            <a:ext cx="3566160" cy="47548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0690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Call log display screen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06240" y="2880360"/>
            <a:ext cx="7315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27432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◀  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30632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SSOT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Repo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1097280"/>
            <a:ext cx="3840480" cy="37490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10972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MODULE 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Logic &amp; Backend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66360" y="1874520"/>
            <a:ext cx="3566160" cy="47548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18745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Call Screening Service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166360" y="2423160"/>
            <a:ext cx="3566160" cy="47548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242316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isDriving flag observer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166360" y="2971800"/>
            <a:ext cx="3566160" cy="47548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29718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Permission check in service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166360" y="3520440"/>
            <a:ext cx="3566160" cy="47548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3520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Room DB call log injection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166360" y="4069080"/>
            <a:ext cx="3566160" cy="47548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0" name="Text 28"/>
          <p:cNvSpPr/>
          <p:nvPr/>
        </p:nvSpPr>
        <p:spPr>
          <a:xfrm>
            <a:off x="5257800" y="40690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SMS auto-reply sender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6F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IMPROVEMENTS WE NEED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1143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91440" cy="11430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0" y="121615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3474720" y="12161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51560" y="12344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Smarter Detection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6184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 ML to distinguish between bus, car, and walking to avoid false positives.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143000"/>
            <a:ext cx="4114800" cy="1143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143000"/>
            <a:ext cx="91440" cy="11430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17320"/>
            <a:ext cx="457200" cy="457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909560" y="121615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/>
        </p:spPr>
      </p:sp>
      <p:sp>
        <p:nvSpPr>
          <p:cNvPr id="15" name="Text 11"/>
          <p:cNvSpPr/>
          <p:nvPr/>
        </p:nvSpPr>
        <p:spPr>
          <a:xfrm>
            <a:off x="7909560" y="12161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486400" y="12344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Voice Interaction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86400" y="161848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Add voice commands so drivers can interact without touching the phone at all.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74320" y="2423160"/>
            <a:ext cx="4114800" cy="1143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74320" y="2423160"/>
            <a:ext cx="91440" cy="1143000"/>
          </a:xfrm>
          <a:prstGeom prst="rect">
            <a:avLst/>
          </a:prstGeom>
          <a:solidFill>
            <a:srgbClr val="1D6FA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97480"/>
            <a:ext cx="457200" cy="4572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474720" y="249631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1D6FA4"/>
          </a:solidFill>
          <a:ln/>
        </p:spPr>
      </p:sp>
      <p:sp>
        <p:nvSpPr>
          <p:cNvPr id="22" name="Text 17"/>
          <p:cNvSpPr/>
          <p:nvPr/>
        </p:nvSpPr>
        <p:spPr>
          <a:xfrm>
            <a:off x="3474720" y="24963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1051560" y="25146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Cloud Sync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051560" y="28986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Sync priority contact list across devices so settings follow the user everywhere.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709160" y="2423160"/>
            <a:ext cx="4114800" cy="1143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09160" y="2423160"/>
            <a:ext cx="91440" cy="1143000"/>
          </a:xfrm>
          <a:prstGeom prst="rect">
            <a:avLst/>
          </a:prstGeom>
          <a:solidFill>
            <a:srgbClr val="1D6FA4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97480"/>
            <a:ext cx="457200" cy="4572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909560" y="249631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1D6FA4"/>
          </a:solidFill>
          <a:ln/>
        </p:spPr>
      </p:sp>
      <p:sp>
        <p:nvSpPr>
          <p:cNvPr id="29" name="Text 23"/>
          <p:cNvSpPr/>
          <p:nvPr/>
        </p:nvSpPr>
        <p:spPr>
          <a:xfrm>
            <a:off x="7909560" y="24963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5486400" y="25146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Smart SMS Templates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486400" y="28986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AI-generated replies based on caller identity ("In a meeting", "Driving", etc.).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274320" y="3703320"/>
            <a:ext cx="4114800" cy="1143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274320" y="3703320"/>
            <a:ext cx="91440" cy="114300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77640"/>
            <a:ext cx="457200" cy="45720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3474720" y="377647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16A34A"/>
          </a:solidFill>
          <a:ln/>
        </p:spPr>
      </p:sp>
      <p:sp>
        <p:nvSpPr>
          <p:cNvPr id="36" name="Text 29"/>
          <p:cNvSpPr/>
          <p:nvPr/>
        </p:nvSpPr>
        <p:spPr>
          <a:xfrm>
            <a:off x="3474720" y="37764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1051560" y="37947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Family Dashboard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1051560" y="41788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web dashboard where family members can check if a driver is currently active.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4709160" y="3703320"/>
            <a:ext cx="4114800" cy="1143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4709160" y="3703320"/>
            <a:ext cx="91440" cy="114300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977640"/>
            <a:ext cx="457200" cy="457200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7909560" y="377647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16A34A"/>
          </a:solidFill>
          <a:ln/>
        </p:spPr>
      </p:sp>
      <p:sp>
        <p:nvSpPr>
          <p:cNvPr id="43" name="Text 35"/>
          <p:cNvSpPr/>
          <p:nvPr/>
        </p:nvSpPr>
        <p:spPr>
          <a:xfrm>
            <a:off x="7909560" y="37764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5486400" y="37947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Wearable Integration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5486400" y="41788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Connect to smartwatches to detect driving via wrist motion and heart rate data.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— IN SIMPLE WORDS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20240" cy="3703320"/>
          </a:xfrm>
          <a:prstGeom prst="rect">
            <a:avLst/>
          </a:prstGeom>
          <a:solidFill>
            <a:srgbClr val="1A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92024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1298448"/>
            <a:ext cx="658368" cy="658368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3441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0482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Unit Testing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11480" y="2578608"/>
            <a:ext cx="16459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2697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WHAT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" y="294436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Test individual pieces of code in isolation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3767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HOW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4005072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JUnit + Mockito — fake GPS data, check if state changes correctly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23160" y="1143000"/>
            <a:ext cx="1920240" cy="3703320"/>
          </a:xfrm>
          <a:prstGeom prst="rect">
            <a:avLst/>
          </a:prstGeom>
          <a:solidFill>
            <a:srgbClr val="1A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23160" y="1143000"/>
            <a:ext cx="192024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Shape 13"/>
          <p:cNvSpPr/>
          <p:nvPr/>
        </p:nvSpPr>
        <p:spPr>
          <a:xfrm>
            <a:off x="3035808" y="1298448"/>
            <a:ext cx="658368" cy="658368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1344168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68880" y="20482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Integration Testing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2560320" y="2578608"/>
            <a:ext cx="16459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6"/>
          <p:cNvSpPr/>
          <p:nvPr/>
        </p:nvSpPr>
        <p:spPr>
          <a:xfrm>
            <a:off x="2514600" y="2697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WHAT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514600" y="294436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Check if Module A and Module B talk correctly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514600" y="3767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HOW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514600" y="4005072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Test that toggling Driving Mode updates the Repository and Service together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572000" y="1143000"/>
            <a:ext cx="1920240" cy="3703320"/>
          </a:xfrm>
          <a:prstGeom prst="rect">
            <a:avLst/>
          </a:prstGeom>
          <a:solidFill>
            <a:srgbClr val="1A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2000" y="1143000"/>
            <a:ext cx="192024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Shape 22"/>
          <p:cNvSpPr/>
          <p:nvPr/>
        </p:nvSpPr>
        <p:spPr>
          <a:xfrm>
            <a:off x="5184648" y="1298448"/>
            <a:ext cx="658368" cy="658368"/>
          </a:xfrm>
          <a:prstGeom prst="ellipse">
            <a:avLst/>
          </a:prstGeom>
          <a:solidFill>
            <a:srgbClr val="16A34A">
              <a:alpha val="20000"/>
            </a:srgbClr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1344168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617720" y="20482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UI Testing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4709160" y="2578608"/>
            <a:ext cx="1645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5"/>
          <p:cNvSpPr/>
          <p:nvPr/>
        </p:nvSpPr>
        <p:spPr>
          <a:xfrm>
            <a:off x="4663440" y="2697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WHAT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663440" y="294436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Simulate a user tapping buttons on screen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4663440" y="3767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HOW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4663440" y="4005072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Espresso tests — tap the switch, verify the card shows Driving state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720840" y="1143000"/>
            <a:ext cx="1920240" cy="3703320"/>
          </a:xfrm>
          <a:prstGeom prst="rect">
            <a:avLst/>
          </a:prstGeom>
          <a:solidFill>
            <a:srgbClr val="1A2D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720840" y="1143000"/>
            <a:ext cx="19202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1"/>
          <p:cNvSpPr/>
          <p:nvPr/>
        </p:nvSpPr>
        <p:spPr>
          <a:xfrm>
            <a:off x="7333488" y="1298448"/>
            <a:ext cx="658368" cy="658368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1344168"/>
            <a:ext cx="502920" cy="50292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766560" y="20482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Real-World Testing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6858000" y="2578608"/>
            <a:ext cx="16459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4"/>
          <p:cNvSpPr/>
          <p:nvPr/>
        </p:nvSpPr>
        <p:spPr>
          <a:xfrm>
            <a:off x="6812280" y="2697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WHAT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6812280" y="294436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Actual drive test in a car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6812280" y="3767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HOW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6812280" y="4005072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Drive at 25 km/h+ for 15 sec, verify auto-reject triggers, check SMS was sent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17043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Problem: Phone calls distract drivers and cause accidents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92808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8745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Solution: Smart auto-reject + SMS reply + emergency escalation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96896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257860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Impact: Safer roads for commuters, families, and professionals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00984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8720" y="3282696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Stack: Jetpack Compose, Room, DataStore, GPS, Foreground Service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005072"/>
            <a:ext cx="365760" cy="3657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8720" y="398678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Tested: Unit, Integration, UI, and real-world drive tests</a:t>
            </a:r>
            <a:endParaRPr lang="en-US" sz="1500" dirty="0"/>
          </a:p>
        </p:txBody>
      </p:sp>
      <p:sp>
        <p:nvSpPr>
          <p:cNvPr id="14" name="Shape 7"/>
          <p:cNvSpPr/>
          <p:nvPr/>
        </p:nvSpPr>
        <p:spPr>
          <a:xfrm>
            <a:off x="640080" y="4663440"/>
            <a:ext cx="8046720" cy="256032"/>
          </a:xfrm>
          <a:prstGeom prst="rect">
            <a:avLst/>
          </a:prstGeom>
          <a:solidFill>
            <a:srgbClr val="1A2D45"/>
          </a:solidFill>
          <a:ln/>
        </p:spPr>
      </p:sp>
      <p:sp>
        <p:nvSpPr>
          <p:cNvPr id="15" name="Text 8"/>
          <p:cNvSpPr/>
          <p:nvPr/>
        </p:nvSpPr>
        <p:spPr>
          <a:xfrm>
            <a:off x="640080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</a:rPr>
              <a:t>Smart Driving Call Manager  •  Android  •  MVVM Architecture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Driving Call Manager</dc:title>
  <dc:subject>PptxGenJS Presentation</dc:subject>
  <dc:creator>PptxGenJS</dc:creator>
  <cp:lastModifiedBy>PptxGenJS</cp:lastModifiedBy>
  <cp:revision>1</cp:revision>
  <dcterms:created xsi:type="dcterms:W3CDTF">2026-05-10T13:07:08Z</dcterms:created>
  <dcterms:modified xsi:type="dcterms:W3CDTF">2026-05-10T13:07:08Z</dcterms:modified>
</cp:coreProperties>
</file>